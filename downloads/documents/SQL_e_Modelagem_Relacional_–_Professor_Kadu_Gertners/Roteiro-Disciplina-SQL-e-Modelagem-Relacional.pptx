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5" r:id="rId4"/>
    <p:sldId id="266" r:id="rId5"/>
    <p:sldId id="261" r:id="rId6"/>
    <p:sldId id="264" r:id="rId7"/>
  </p:sldIdLst>
  <p:sldSz cx="12188825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471" autoAdjust="0"/>
    <p:restoredTop sz="94660"/>
  </p:normalViewPr>
  <p:slideViewPr>
    <p:cSldViewPr snapToGrid="0">
      <p:cViewPr varScale="1">
        <p:scale>
          <a:sx n="71" d="100"/>
          <a:sy n="71" d="100"/>
        </p:scale>
        <p:origin x="772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4680"/>
            <a:ext cx="1096956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8200" y="160452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6920" y="160452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120" y="368208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8200" y="368208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6920" y="368208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pt-BR" sz="4400" b="0" strike="noStrike" spc="-1">
                <a:solidFill>
                  <a:srgbClr val="000000"/>
                </a:solidFill>
                <a:latin typeface="Calibri"/>
              </a:rPr>
              <a:t>Clique para editar o título mestre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609480" y="6356520"/>
            <a:ext cx="284364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fld id="{1F747251-35D8-4897-BE05-4747BD5FE936}" type="datetime">
              <a:rPr lang="pt-BR" sz="1200" b="0" strike="noStrike" spc="-1">
                <a:solidFill>
                  <a:srgbClr val="8B8B8B"/>
                </a:solidFill>
                <a:latin typeface="Calibri"/>
              </a:rPr>
              <a:t>14/04/2026</a:t>
            </a:fld>
            <a:endParaRPr lang="pt-BR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164480" y="6356520"/>
            <a:ext cx="3859560" cy="364680"/>
          </a:xfrm>
          <a:prstGeom prst="rect">
            <a:avLst/>
          </a:prstGeom>
        </p:spPr>
        <p:txBody>
          <a:bodyPr anchor="ctr"/>
          <a:lstStyle/>
          <a:p>
            <a:endParaRPr lang="pt-BR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735400" y="6356520"/>
            <a:ext cx="284364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1859B924-4409-4E61-B871-0BF95006FB7E}" type="slidenum">
              <a:rPr lang="pt-BR" sz="1200" b="0" strike="noStrike" spc="-1">
                <a:solidFill>
                  <a:srgbClr val="8B8B8B"/>
                </a:solidFill>
                <a:latin typeface="Calibri"/>
              </a:rPr>
              <a:t>‹nº›</a:t>
            </a:fld>
            <a:endParaRPr lang="pt-BR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Calibri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strike="noStrike" spc="-1">
                <a:solidFill>
                  <a:srgbClr val="000000"/>
                </a:solidFill>
                <a:latin typeface="Calibri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609480" y="274680"/>
            <a:ext cx="1096956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47500" lnSpcReduction="10000"/>
          </a:bodyPr>
          <a:lstStyle/>
          <a:p>
            <a:pPr algn="ctr">
              <a:lnSpc>
                <a:spcPct val="100000"/>
              </a:lnSpc>
            </a:pPr>
            <a:br/>
            <a:br/>
            <a:br/>
            <a:br/>
            <a:br/>
            <a:br/>
            <a:br/>
            <a:r>
              <a:rPr lang="pt-BR" sz="4400" b="0" strike="noStrike" spc="-1">
                <a:solidFill>
                  <a:srgbClr val="000000"/>
                </a:solidFill>
                <a:latin typeface="Calibri"/>
              </a:rPr>
              <a:t>Administração de Banco de Dados Oracle: Introdução</a:t>
            </a:r>
          </a:p>
        </p:txBody>
      </p:sp>
      <p:sp>
        <p:nvSpPr>
          <p:cNvPr id="42" name="CustomShape 2"/>
          <p:cNvSpPr/>
          <p:nvPr/>
        </p:nvSpPr>
        <p:spPr>
          <a:xfrm>
            <a:off x="8974800" y="3429000"/>
            <a:ext cx="2808000" cy="1461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9B013D1-ACA5-4CE1-3FD5-BE70983C2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87" y="342900"/>
            <a:ext cx="10991850" cy="6172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Shape 1"/>
          <p:cNvSpPr txBox="1"/>
          <p:nvPr/>
        </p:nvSpPr>
        <p:spPr>
          <a:xfrm>
            <a:off x="609480" y="274680"/>
            <a:ext cx="1096956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90000"/>
              </a:lnSpc>
            </a:pPr>
            <a:r>
              <a:rPr lang="pt-BR" sz="3600" b="0" strike="noStrike" spc="-1">
                <a:solidFill>
                  <a:srgbClr val="344049"/>
                </a:solidFill>
                <a:latin typeface="Euphemia"/>
              </a:rPr>
              <a:t>Índice</a:t>
            </a:r>
            <a:endParaRPr lang="pt-BR" sz="36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5" name="Imagem 2"/>
          <p:cNvPicPr/>
          <p:nvPr/>
        </p:nvPicPr>
        <p:blipFill>
          <a:blip r:embed="rId2"/>
          <a:stretch/>
        </p:blipFill>
        <p:spPr>
          <a:xfrm>
            <a:off x="698400" y="314280"/>
            <a:ext cx="10791360" cy="62290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1C2E29E-64BD-A6D8-688C-B09BCA46A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15" y="323416"/>
            <a:ext cx="10888595" cy="621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761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BEBB23-7469-DD3B-9613-9709ED1D4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CC2F0B1-9E76-C24C-CBFE-024E55D07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15" y="342469"/>
            <a:ext cx="10888595" cy="617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276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Shape 1"/>
          <p:cNvSpPr txBox="1"/>
          <p:nvPr/>
        </p:nvSpPr>
        <p:spPr>
          <a:xfrm>
            <a:off x="609480" y="274680"/>
            <a:ext cx="1096956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90000"/>
              </a:lnSpc>
            </a:pPr>
            <a:r>
              <a:rPr lang="pt-BR" sz="3600" b="0" strike="noStrike" spc="-1">
                <a:solidFill>
                  <a:srgbClr val="344049"/>
                </a:solidFill>
                <a:latin typeface="Euphemia"/>
              </a:rPr>
              <a:t>Índice</a:t>
            </a:r>
            <a:endParaRPr lang="pt-BR" sz="36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0569FA7-7797-8669-5E36-50641EC58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50" y="347662"/>
            <a:ext cx="10753725" cy="61626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Shape 1"/>
          <p:cNvSpPr txBox="1"/>
          <p:nvPr/>
        </p:nvSpPr>
        <p:spPr>
          <a:xfrm>
            <a:off x="609480" y="274680"/>
            <a:ext cx="1096956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90000"/>
              </a:lnSpc>
            </a:pPr>
            <a:r>
              <a:rPr lang="pt-BR" sz="3600" b="0" strike="noStrike" spc="-1">
                <a:solidFill>
                  <a:srgbClr val="344049"/>
                </a:solidFill>
                <a:latin typeface="Euphemia"/>
              </a:rPr>
              <a:t>Índice</a:t>
            </a:r>
            <a:endParaRPr lang="pt-BR" sz="36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9C77A62-F0DC-B41C-7BC4-C6B487FBE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12" y="352425"/>
            <a:ext cx="11201400" cy="6153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1379</TotalTime>
  <Words>18</Words>
  <Application>Microsoft Office PowerPoint</Application>
  <PresentationFormat>Personalizar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3" baseType="lpstr">
      <vt:lpstr>Arial</vt:lpstr>
      <vt:lpstr>Calibri</vt:lpstr>
      <vt:lpstr>Euphemia</vt:lpstr>
      <vt:lpstr>Symbol</vt:lpstr>
      <vt:lpstr>Times New Roman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Administração de Banco de Dados Oracle: Introdução</dc:title>
  <dc:subject/>
  <dc:creator>Junior®</dc:creator>
  <dc:description/>
  <cp:lastModifiedBy>Kadu Gertners</cp:lastModifiedBy>
  <cp:revision>234</cp:revision>
  <dcterms:created xsi:type="dcterms:W3CDTF">2017-04-22T16:06:56Z</dcterms:created>
  <dcterms:modified xsi:type="dcterms:W3CDTF">2026-04-14T12:03:45Z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Personalizar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11</vt:i4>
  </property>
</Properties>
</file>