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4" r:id="rId7"/>
  </p:sldIdLst>
  <p:sldSz cx="12188825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4680"/>
            <a:ext cx="1096956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Clique para editar o título mestre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60948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1F747251-35D8-4897-BE05-4747BD5FE936}" type="datetime">
              <a:rPr lang="pt-BR" sz="1200" b="0" strike="noStrike" spc="-1">
                <a:solidFill>
                  <a:srgbClr val="8B8B8B"/>
                </a:solidFill>
                <a:latin typeface="Calibri"/>
              </a:rPr>
              <a:t>24/01/2026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164480" y="6356520"/>
            <a:ext cx="3859560" cy="364680"/>
          </a:xfrm>
          <a:prstGeom prst="rect">
            <a:avLst/>
          </a:prstGeom>
        </p:spPr>
        <p:txBody>
          <a:bodyPr anchor="ctr"/>
          <a:lstStyle/>
          <a:p>
            <a:endParaRPr lang="pt-BR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73540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1859B924-4409-4E61-B871-0BF95006FB7E}" type="slidenum">
              <a:rPr lang="pt-BR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000"/>
          </a:bodyPr>
          <a:lstStyle/>
          <a:p>
            <a:pPr algn="ctr">
              <a:lnSpc>
                <a:spcPct val="100000"/>
              </a:lnSpc>
            </a:pPr>
            <a:br/>
            <a:br/>
            <a:br/>
            <a:br/>
            <a:br/>
            <a:br/>
            <a:br/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Administração de Banco de Dados Oracle: Introdução</a:t>
            </a:r>
          </a:p>
        </p:txBody>
      </p:sp>
      <p:sp>
        <p:nvSpPr>
          <p:cNvPr id="42" name="CustomShape 2"/>
          <p:cNvSpPr/>
          <p:nvPr/>
        </p:nvSpPr>
        <p:spPr>
          <a:xfrm>
            <a:off x="8974800" y="3429000"/>
            <a:ext cx="2808000" cy="1461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015386D-1655-2A86-872C-46D6EED9A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62" y="333375"/>
            <a:ext cx="11010900" cy="6191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pt-BR" sz="3600" b="0" strike="noStrike" spc="-1">
                <a:solidFill>
                  <a:srgbClr val="344049"/>
                </a:solidFill>
                <a:latin typeface="Euphemia"/>
              </a:rPr>
              <a:t>Índice</a:t>
            </a:r>
            <a:endParaRPr lang="pt-BR" sz="36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5" name="Imagem 2"/>
          <p:cNvPicPr/>
          <p:nvPr/>
        </p:nvPicPr>
        <p:blipFill>
          <a:blip r:embed="rId2"/>
          <a:stretch/>
        </p:blipFill>
        <p:spPr>
          <a:xfrm>
            <a:off x="698400" y="314280"/>
            <a:ext cx="10791360" cy="6229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pt-BR" sz="3600" b="0" strike="noStrike" spc="-1">
                <a:solidFill>
                  <a:srgbClr val="344049"/>
                </a:solidFill>
                <a:latin typeface="Euphemia"/>
              </a:rPr>
              <a:t>Índice</a:t>
            </a:r>
            <a:endParaRPr lang="pt-BR" sz="36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Imagem 5" descr="Forma&#10;&#10;O conteúdo gerado por IA pode estar incorreto.">
            <a:extLst>
              <a:ext uri="{FF2B5EF4-FFF2-40B4-BE49-F238E27FC236}">
                <a16:creationId xmlns:a16="http://schemas.microsoft.com/office/drawing/2014/main" id="{EDFAB795-ABB1-91E1-8200-4BD9ADC48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26" y="337706"/>
            <a:ext cx="10736173" cy="61825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pt-BR" sz="3600" b="0" strike="noStrike" spc="-1">
                <a:solidFill>
                  <a:srgbClr val="344049"/>
                </a:solidFill>
                <a:latin typeface="Euphemia"/>
              </a:rPr>
              <a:t>Índice</a:t>
            </a:r>
            <a:endParaRPr lang="pt-BR" sz="36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3D6C405-2C18-D89D-AC2D-878AB8637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75" y="342900"/>
            <a:ext cx="10734675" cy="6172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pt-BR" sz="3600" b="0" strike="noStrike" spc="-1">
                <a:solidFill>
                  <a:srgbClr val="344049"/>
                </a:solidFill>
                <a:latin typeface="Euphemia"/>
              </a:rPr>
              <a:t>Índice</a:t>
            </a:r>
            <a:endParaRPr lang="pt-BR" sz="36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0569FA7-7797-8669-5E36-50641EC58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347662"/>
            <a:ext cx="10753725" cy="6162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pt-BR" sz="3600" b="0" strike="noStrike" spc="-1">
                <a:solidFill>
                  <a:srgbClr val="344049"/>
                </a:solidFill>
                <a:latin typeface="Euphemia"/>
              </a:rPr>
              <a:t>Índice</a:t>
            </a:r>
            <a:endParaRPr lang="pt-BR" sz="36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6FE55D10-57FA-9A69-F55E-4452098A6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57" y="375811"/>
            <a:ext cx="11183911" cy="61063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1330</TotalTime>
  <Words>20</Words>
  <Application>Microsoft Office PowerPoint</Application>
  <PresentationFormat>Personalizar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Arial</vt:lpstr>
      <vt:lpstr>Calibri</vt:lpstr>
      <vt:lpstr>Euphemia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Administração de Banco de Dados Oracle: Introdução</dc:title>
  <dc:subject/>
  <dc:creator>Junior®</dc:creator>
  <dc:description/>
  <cp:lastModifiedBy>Kadu Gertners</cp:lastModifiedBy>
  <cp:revision>232</cp:revision>
  <dcterms:created xsi:type="dcterms:W3CDTF">2017-04-22T16:06:56Z</dcterms:created>
  <dcterms:modified xsi:type="dcterms:W3CDTF">2026-01-24T13:55:14Z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11</vt:i4>
  </property>
</Properties>
</file>